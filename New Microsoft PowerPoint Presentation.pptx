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84" autoAdjust="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7CC6-576A-4891-8EFB-A4CE9B4E8808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24A5-4E38-4A12-A089-E8F34C5D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7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7CC6-576A-4891-8EFB-A4CE9B4E8808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24A5-4E38-4A12-A089-E8F34C5D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408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7CC6-576A-4891-8EFB-A4CE9B4E8808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24A5-4E38-4A12-A089-E8F34C5D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623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7CC6-576A-4891-8EFB-A4CE9B4E8808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24A5-4E38-4A12-A089-E8F34C5D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205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7CC6-576A-4891-8EFB-A4CE9B4E8808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24A5-4E38-4A12-A089-E8F34C5D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446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7CC6-576A-4891-8EFB-A4CE9B4E8808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24A5-4E38-4A12-A089-E8F34C5D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969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7CC6-576A-4891-8EFB-A4CE9B4E8808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24A5-4E38-4A12-A089-E8F34C5D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71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7CC6-576A-4891-8EFB-A4CE9B4E8808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24A5-4E38-4A12-A089-E8F34C5D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788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7CC6-576A-4891-8EFB-A4CE9B4E8808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24A5-4E38-4A12-A089-E8F34C5D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790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7CC6-576A-4891-8EFB-A4CE9B4E8808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24A5-4E38-4A12-A089-E8F34C5D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79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27CC6-576A-4891-8EFB-A4CE9B4E8808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24A5-4E38-4A12-A089-E8F34C5D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97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227CC6-576A-4891-8EFB-A4CE9B4E8808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524A5-4E38-4A12-A089-E8F34C5D88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07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685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03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40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1220444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75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483"/>
            <a:ext cx="12192000" cy="686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4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93"/>
            <a:ext cx="12192000" cy="688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04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992"/>
            <a:ext cx="12192000" cy="697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8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97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41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40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</cp:revision>
  <dcterms:created xsi:type="dcterms:W3CDTF">2025-10-27T07:39:19Z</dcterms:created>
  <dcterms:modified xsi:type="dcterms:W3CDTF">2025-10-27T07:46:21Z</dcterms:modified>
</cp:coreProperties>
</file>